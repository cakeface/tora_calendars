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January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883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February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883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March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757645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5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April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883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May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883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June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883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July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883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August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757645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5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September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883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October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883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November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757645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45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75765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</a:defRPr>
            </a:pPr>
            <a:r>
              <a:t>December 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59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883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Sat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Sun</a:t>
                      </a:r>
                    </a:p>
                  </a:txBody>
                  <a:tcPr anchor="ctr">
                    <a:solidFill>
                      <a:srgbClr val="2C3E50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