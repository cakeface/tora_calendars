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January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February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March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April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May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June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July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August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September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October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November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December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48640"/>
          <a:ext cx="877823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Tue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Wed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Thu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Fri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Sun</a:t>
                      </a:r>
                    </a:p>
                  </a:txBody>
                  <a:tcPr anchor="ctr">
                    <a:solidFill>
                      <a:srgbClr val="2C3E50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  <a:tr h="1179576"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CF0F1"/>
                    </a:solidFill>
                    <a:lnL w="12700" cap="flat" cmpd="sng" algn="ctr">
                      <a:solidFill>
                        <a:srgbClr val="2C3E50"/>
                      </a:solidFill>
                      <a:prstDash val="soli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